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304" r:id="rId5"/>
    <p:sldId id="286" r:id="rId6"/>
    <p:sldId id="287" r:id="rId7"/>
    <p:sldId id="303" r:id="rId8"/>
    <p:sldId id="306" r:id="rId9"/>
    <p:sldId id="288" r:id="rId10"/>
    <p:sldId id="289" r:id="rId11"/>
    <p:sldId id="290" r:id="rId12"/>
    <p:sldId id="298" r:id="rId13"/>
    <p:sldId id="299" r:id="rId14"/>
    <p:sldId id="293" r:id="rId15"/>
    <p:sldId id="294" r:id="rId16"/>
    <p:sldId id="295" r:id="rId17"/>
    <p:sldId id="296" r:id="rId18"/>
    <p:sldId id="305" r:id="rId19"/>
    <p:sldId id="300" r:id="rId2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  <p15:guide id="17" pos="3341" userDrawn="1">
          <p15:clr>
            <a:srgbClr val="A4A3A4"/>
          </p15:clr>
        </p15:guide>
        <p15:guide id="18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1040" y="19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  <p:guide pos="3341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b="0" i="0" baseline="0" dirty="0">
                <a:effectLst/>
              </a:rPr>
              <a:t>Название графика</a:t>
            </a:r>
            <a:endParaRPr lang="ru-RU" sz="1600" dirty="0">
              <a:effectLst/>
            </a:endParaRPr>
          </a:p>
        </c:rich>
      </c:tx>
      <c:layout>
        <c:manualLayout>
          <c:xMode val="edge"/>
          <c:yMode val="edge"/>
          <c:x val="5.176402089516031E-3"/>
          <c:y val="7.8973354680321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Параметр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2E-2A46-B41A-0FB20432AB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Параметр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2E-2A46-B41A-0FB20432AB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Параметр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2E-2A46-B41A-0FB20432A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76246841772368"/>
          <c:y val="0.10958869184472636"/>
          <c:w val="0.79262705246283227"/>
          <c:h val="0.735136634267554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Параметр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D6-2940-9BBB-846F9EC21C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Параметр 2</c:v>
                </c:pt>
              </c:strCache>
            </c:strRef>
          </c:tx>
          <c:spPr>
            <a:solidFill>
              <a:srgbClr val="1656A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D6-2940-9BBB-846F9EC21C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Параметр 3</c:v>
                </c:pt>
              </c:strCache>
            </c:strRef>
          </c:tx>
          <c:spPr>
            <a:solidFill>
              <a:srgbClr val="102D69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D6-2940-9BBB-846F9EC21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55724448"/>
        <c:axId val="955630256"/>
      </c:barChart>
      <c:catAx>
        <c:axId val="95572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630256"/>
        <c:crosses val="autoZero"/>
        <c:auto val="1"/>
        <c:lblAlgn val="ctr"/>
        <c:lblOffset val="100"/>
        <c:noMultiLvlLbl val="0"/>
      </c:catAx>
      <c:valAx>
        <c:axId val="95563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95572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baseline="0">
                <a:solidFill>
                  <a:srgbClr val="10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b="0" i="0" baseline="0" dirty="0">
                <a:effectLst/>
              </a:rPr>
              <a:t>Название диаграммы</a:t>
            </a:r>
            <a:endParaRPr lang="en-US" sz="1600" b="0" i="0" baseline="0" dirty="0">
              <a:effectLst/>
            </a:endParaRPr>
          </a:p>
        </c:rich>
      </c:tx>
      <c:layout>
        <c:manualLayout>
          <c:xMode val="edge"/>
          <c:yMode val="edge"/>
          <c:x val="2.0426462588363833E-2"/>
          <c:y val="1.06588535311963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656A6"/>
            </a:solidFill>
          </c:spPr>
          <c:dPt>
            <c:idx val="0"/>
            <c:bubble3D val="0"/>
            <c:spPr>
              <a:solidFill>
                <a:srgbClr val="10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98-2349-9B77-34205FDCFB1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298-2349-9B77-34205FDCFB16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98-2349-9B77-34205FDCFB16}"/>
              </c:ext>
            </c:extLst>
          </c:dPt>
          <c:dPt>
            <c:idx val="3"/>
            <c:bubble3D val="0"/>
            <c:spPr>
              <a:solidFill>
                <a:srgbClr val="165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298-2349-9B77-34205FDCFB1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98-2349-9B77-34205FDCFB1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840231944408196E-2"/>
          <c:y val="0.92535277552979012"/>
          <c:w val="0.96451425965846982"/>
          <c:h val="5.86589441734153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0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0E2D69"/>
                </a:solidFill>
              </a:rPr>
              <a:t>Название графика</a:t>
            </a:r>
            <a:endParaRPr lang="en-US" sz="1600" dirty="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1.1597530829538028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Категория 1</c:v>
                </c:pt>
              </c:strCache>
            </c:strRef>
          </c:tx>
          <c:spPr>
            <a:ln w="28575" cap="rnd">
              <a:solidFill>
                <a:srgbClr val="CD5A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D5A5A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9A-7C4C-B16B-339B9A0B27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Категория 2</c:v>
                </c:pt>
              </c:strCache>
            </c:strRef>
          </c:tx>
          <c:spPr>
            <a:ln w="28575" cap="rnd">
              <a:solidFill>
                <a:srgbClr val="FFD74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D746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10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9A-7C4C-B16B-339B9A0B27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Категория 3</c:v>
                </c:pt>
              </c:strCache>
            </c:strRef>
          </c:tx>
          <c:spPr>
            <a:ln w="28575" cap="rnd">
              <a:solidFill>
                <a:srgbClr val="E61F3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61F3D"/>
              </a:solidFill>
              <a:ln w="63500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15</c:v>
                </c:pt>
                <c:pt idx="2">
                  <c:v>8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9A-7C4C-B16B-339B9A0B275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Категория 4</c:v>
                </c:pt>
              </c:strCache>
            </c:strRef>
          </c:tx>
          <c:spPr>
            <a:ln w="28575" cap="rnd">
              <a:solidFill>
                <a:srgbClr val="11A0D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1A0D7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12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29A-7C4C-B16B-339B9A0B275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Категория 5</c:v>
                </c:pt>
              </c:strCache>
            </c:strRef>
          </c:tx>
          <c:spPr>
            <a:ln w="28575" cap="rnd">
              <a:solidFill>
                <a:srgbClr val="7D4EB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6628C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2</c:v>
                </c:pt>
                <c:pt idx="2">
                  <c:v>6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29A-7C4C-B16B-339B9A0B275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Категория 6</c:v>
                </c:pt>
              </c:strCache>
            </c:strRef>
          </c:tx>
          <c:spPr>
            <a:ln w="28575" cap="rnd">
              <a:solidFill>
                <a:srgbClr val="029C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29C63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29A-7C4C-B16B-339B9A0B27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4565504"/>
        <c:axId val="1021066896"/>
      </c:lineChart>
      <c:catAx>
        <c:axId val="137456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1021066896"/>
        <c:crosses val="autoZero"/>
        <c:auto val="1"/>
        <c:lblAlgn val="ctr"/>
        <c:lblOffset val="100"/>
        <c:noMultiLvlLbl val="0"/>
      </c:catAx>
      <c:valAx>
        <c:axId val="102106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endParaRPr lang="ru-RU"/>
          </a:p>
        </c:txPr>
        <c:crossAx val="137456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baseline="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b="0" dirty="0">
                <a:solidFill>
                  <a:srgbClr val="0E2D69"/>
                </a:solidFill>
              </a:rPr>
              <a:t>Название диаграммы</a:t>
            </a:r>
            <a:endParaRPr lang="en-US" sz="1600" b="0" dirty="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3.7332517477050415E-4"/>
          <c:y val="7.967296027288720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baseline="0">
              <a:solidFill>
                <a:srgbClr val="0E2D69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E2D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B-5547-B1F6-101A77B6EAD4}"/>
              </c:ext>
            </c:extLst>
          </c:dPt>
          <c:dPt>
            <c:idx val="1"/>
            <c:bubble3D val="0"/>
            <c:spPr>
              <a:solidFill>
                <a:srgbClr val="234A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B-5547-B1F6-101A77B6EAD4}"/>
              </c:ext>
            </c:extLst>
          </c:dPt>
          <c:dPt>
            <c:idx val="2"/>
            <c:bubble3D val="0"/>
            <c:spPr>
              <a:solidFill>
                <a:srgbClr val="E61F3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0B-5547-B1F6-101A77B6EAD4}"/>
              </c:ext>
            </c:extLst>
          </c:dPt>
          <c:dPt>
            <c:idx val="3"/>
            <c:bubble3D val="0"/>
            <c:spPr>
              <a:solidFill>
                <a:srgbClr val="11A0D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F0B-5547-B1F6-101A77B6EAD4}"/>
              </c:ext>
            </c:extLst>
          </c:dPt>
          <c:dPt>
            <c:idx val="4"/>
            <c:bubble3D val="0"/>
            <c:spPr>
              <a:solidFill>
                <a:srgbClr val="FFD74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F0B-5547-B1F6-101A77B6EAD4}"/>
              </c:ext>
            </c:extLst>
          </c:dPt>
          <c:dPt>
            <c:idx val="5"/>
            <c:bubble3D val="0"/>
            <c:spPr>
              <a:solidFill>
                <a:srgbClr val="029C6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F0B-5547-B1F6-101A77B6EAD4}"/>
              </c:ext>
            </c:extLst>
          </c:dPt>
          <c:dPt>
            <c:idx val="6"/>
            <c:bubble3D val="0"/>
            <c:spPr>
              <a:solidFill>
                <a:srgbClr val="EB681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F0B-5547-B1F6-101A77B6EAD4}"/>
              </c:ext>
            </c:extLst>
          </c:dPt>
          <c:dPt>
            <c:idx val="7"/>
            <c:bubble3D val="0"/>
            <c:spPr>
              <a:solidFill>
                <a:srgbClr val="96628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F0B-5547-B1F6-101A77B6EAD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HSE Sans" panose="02000000000000000000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  <c:pt idx="4">
                  <c:v>Параметр 5</c:v>
                </c:pt>
                <c:pt idx="5">
                  <c:v>Параметр 6</c:v>
                </c:pt>
                <c:pt idx="6">
                  <c:v>Параметр 7</c:v>
                </c:pt>
                <c:pt idx="7">
                  <c:v>Параметр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F0B-5547-B1F6-101A77B6EAD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7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7112511812405102"/>
          <c:w val="0.99859265471447145"/>
          <c:h val="0.112940289821371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2"/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HSE Sans" panose="02000000000000000000" pitchFamily="2" charset="0"/>
                <a:ea typeface="+mn-ea"/>
                <a:cs typeface="+mn-cs"/>
              </a:defRPr>
            </a:pPr>
            <a:r>
              <a:rPr lang="ru-RU" sz="1600" dirty="0">
                <a:solidFill>
                  <a:srgbClr val="0E2D69"/>
                </a:solidFill>
              </a:rPr>
              <a:t>Название</a:t>
            </a:r>
            <a:r>
              <a:rPr lang="ru-RU" sz="1600" baseline="0" dirty="0">
                <a:solidFill>
                  <a:srgbClr val="0E2D69"/>
                </a:solidFill>
              </a:rPr>
              <a:t> диаграммы</a:t>
            </a:r>
            <a:endParaRPr lang="en-US" sz="1600" dirty="0">
              <a:solidFill>
                <a:srgbClr val="0E2D69"/>
              </a:solidFill>
            </a:endParaRPr>
          </a:p>
        </c:rich>
      </c:tx>
      <c:layout>
        <c:manualLayout>
          <c:xMode val="edge"/>
          <c:yMode val="edge"/>
          <c:x val="0"/>
          <c:y val="7.967296027288720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pattFill prst="pct80">
              <a:fgClr>
                <a:srgbClr val="0E2D69"/>
              </a:fgClr>
              <a:bgClr>
                <a:srgbClr val="234A9B"/>
              </a:bgClr>
            </a:pattFill>
            <a:ln w="12700">
              <a:solidFill>
                <a:schemeClr val="bg1">
                  <a:lumMod val="95000"/>
                </a:schemeClr>
              </a:solidFill>
            </a:ln>
          </c:spPr>
          <c:dPt>
            <c:idx val="0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C1-B343-B857-CC46E2C5947E}"/>
              </c:ext>
            </c:extLst>
          </c:dPt>
          <c:dPt>
            <c:idx val="1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FC1-B343-B857-CC46E2C5947E}"/>
              </c:ext>
            </c:extLst>
          </c:dPt>
          <c:dPt>
            <c:idx val="2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FC1-B343-B857-CC46E2C5947E}"/>
              </c:ext>
            </c:extLst>
          </c:dPt>
          <c:dPt>
            <c:idx val="3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FC1-B343-B857-CC46E2C5947E}"/>
              </c:ext>
            </c:extLst>
          </c:dPt>
          <c:dPt>
            <c:idx val="4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FC1-B343-B857-CC46E2C5947E}"/>
              </c:ext>
            </c:extLst>
          </c:dPt>
          <c:dPt>
            <c:idx val="5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FC1-B343-B857-CC46E2C5947E}"/>
              </c:ext>
            </c:extLst>
          </c:dPt>
          <c:dPt>
            <c:idx val="6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FC1-B343-B857-CC46E2C5947E}"/>
              </c:ext>
            </c:extLst>
          </c:dPt>
          <c:dPt>
            <c:idx val="7"/>
            <c:bubble3D val="0"/>
            <c:spPr>
              <a:pattFill prst="pct80">
                <a:fgClr>
                  <a:srgbClr val="0E2D69"/>
                </a:fgClr>
                <a:bgClr>
                  <a:srgbClr val="234A9B"/>
                </a:bgClr>
              </a:pattFill>
              <a:ln w="12700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FC1-B343-B857-CC46E2C5947E}"/>
              </c:ext>
            </c:extLst>
          </c:dPt>
          <c:cat>
            <c:strRef>
              <c:f>Sheet1!$A$2:$A$9</c:f>
              <c:strCache>
                <c:ptCount val="8"/>
                <c:pt idx="0">
                  <c:v>Параметр 1</c:v>
                </c:pt>
                <c:pt idx="1">
                  <c:v>Параметр 2</c:v>
                </c:pt>
                <c:pt idx="2">
                  <c:v>Параметр 3</c:v>
                </c:pt>
                <c:pt idx="3">
                  <c:v>Параметр 4</c:v>
                </c:pt>
                <c:pt idx="4">
                  <c:v>Параметр 5</c:v>
                </c:pt>
                <c:pt idx="5">
                  <c:v>Параметр 6</c:v>
                </c:pt>
                <c:pt idx="6">
                  <c:v>Параметр 7</c:v>
                </c:pt>
                <c:pt idx="7">
                  <c:v>Параметр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8.1999999999999993</c:v>
                </c:pt>
                <c:pt idx="1">
                  <c:v>3.2</c:v>
                </c:pt>
                <c:pt idx="2">
                  <c:v>32</c:v>
                </c:pt>
                <c:pt idx="3">
                  <c:v>1.2</c:v>
                </c:pt>
                <c:pt idx="4">
                  <c:v>8.1999999999999993</c:v>
                </c:pt>
                <c:pt idx="5">
                  <c:v>12</c:v>
                </c:pt>
                <c:pt idx="6">
                  <c:v>1.4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FC1-B343-B857-CC46E2C59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2628113078920271"/>
          <c:w val="1"/>
          <c:h val="5.79294282440359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SE Sans" panose="02000000000000000000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HSE Sans" panose="02000000000000000000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9/18/25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pt)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8171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US" sz="4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latin typeface="HSE Sans" panose="02000000000000000000" pitchFamily="2" charset="0"/>
              </a:rPr>
              <a:t>Название факультета</a:t>
            </a:r>
            <a:br>
              <a:rPr lang="ru-RU" sz="1600" dirty="0">
                <a:latin typeface="HSE Sans" panose="02000000000000000000" pitchFamily="2" charset="0"/>
              </a:rPr>
            </a:br>
            <a:r>
              <a:rPr lang="ru-RU" sz="1600" dirty="0">
                <a:latin typeface="HSE Sans" panose="02000000000000000000" pitchFamily="2" charset="0"/>
              </a:rPr>
              <a:t>в две строки (16 </a:t>
            </a:r>
            <a:r>
              <a:rPr lang="en-GB" sz="16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 (12</a:t>
            </a:r>
            <a:r>
              <a:rPr lang="en-GB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27967" y="6189042"/>
            <a:ext cx="2217738" cy="2300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200" dirty="0">
                <a:latin typeface="HSE Sans" panose="02000000000000000000" pitchFamily="2" charset="0"/>
              </a:rPr>
              <a:t>Москва 202</a:t>
            </a:r>
            <a:r>
              <a:rPr lang="en-US" sz="1200" dirty="0">
                <a:latin typeface="HSE Sans" panose="02000000000000000000" pitchFamily="2" charset="0"/>
              </a:rPr>
              <a:t>4</a:t>
            </a:r>
            <a:r>
              <a:rPr lang="ru-RU" sz="1200" dirty="0">
                <a:latin typeface="HSE Sans" panose="02000000000000000000" pitchFamily="2" charset="0"/>
              </a:rPr>
              <a:t> (12</a:t>
            </a:r>
            <a:r>
              <a:rPr lang="en-US" sz="12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 (16 </a:t>
            </a:r>
            <a:r>
              <a:rPr lang="en-US" sz="16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1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 (24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Небольшие куски текста (13</a:t>
            </a:r>
            <a:r>
              <a:rPr lang="en-US" sz="1300" dirty="0">
                <a:latin typeface="HSE Sans" panose="02000000000000000000" pitchFamily="2" charset="0"/>
              </a:rPr>
              <a:t>pt) </a:t>
            </a:r>
            <a:r>
              <a:rPr lang="ru-RU" sz="1300" dirty="0">
                <a:latin typeface="HSE Sans" panose="02000000000000000000" pitchFamily="2" charset="0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>
            <a:pPr>
              <a:spcBef>
                <a:spcPts val="1200"/>
              </a:spcBef>
            </a:pP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3" name="Текст 37">
            <a:extLst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</p:spPr>
        <p:txBody>
          <a:bodyPr lIns="0" tIns="0" rIns="0" numCol="3" spcCol="2520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>
              <a:spcBef>
                <a:spcPts val="1200"/>
              </a:spcBef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_3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Текст 37">
            <a:extLst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56B6ECB-F8B4-2DEC-3445-0731D1329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</a:t>
            </a:r>
            <a:b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набирается меньшим кеглем, чем заголовок (16</a:t>
            </a:r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/>
              <a:t>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Текст 37">
            <a:extLst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2" name="Текст 37">
            <a:extLst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3" name="Заголовок 31">
            <a:extLst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_2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04E4D2A-55A2-2F42-5D5C-467DF3CA9C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sp>
        <p:nvSpPr>
          <p:cNvPr id="5" name="Текст 37">
            <a:extLst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464364"/>
            <a:ext cx="2380347" cy="44827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 (10</a:t>
            </a:r>
            <a:r>
              <a:rPr lang="en-US" sz="1000" dirty="0">
                <a:latin typeface="HSE Sans" panose="02000000000000000000" pitchFamily="2" charset="0"/>
              </a:rPr>
              <a:t>pt)</a:t>
            </a:r>
          </a:p>
        </p:txBody>
      </p:sp>
      <p:sp>
        <p:nvSpPr>
          <p:cNvPr id="6" name="Заголовок 31">
            <a:extLst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solidFill>
                  <a:schemeClr val="bg1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pt)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 txBox="1"/>
          <p:nvPr userDrawn="1"/>
        </p:nvSpPr>
        <p:spPr>
          <a:xfrm>
            <a:off x="11338812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chemeClr val="bg1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10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4EF4727E-E2C9-E01B-F8F7-345AD903B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чистый">
    <p:bg>
      <p:bgPr>
        <a:solidFill>
          <a:srgbClr val="0F2D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70409579-9A00-AFB8-5E22-CD53B201B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8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63" r:id="rId4"/>
    <p:sldLayoutId id="2147483661" r:id="rId5"/>
    <p:sldLayoutId id="2147483650" r:id="rId6"/>
    <p:sldLayoutId id="2147483666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8" r:id="rId13"/>
    <p:sldLayoutId id="2147483657" r:id="rId14"/>
    <p:sldLayoutId id="2147483664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543F12-E7D3-7DFF-16C2-422F9CF01F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DDD5D28-E949-BDF7-0BC3-F83B72DF0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57A51-BBC2-9047-B199-AE90EB17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8EB560-A246-394A-858C-3B1CFBF03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B3283F-BF0F-3744-BA57-1A19F8F763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6432FC-CD29-4D47-A915-D2737E0BEA3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32B7800-48A3-394E-A464-7BA3AE15CE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21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30CEAA7-A4A1-EA0F-8CAA-9D887C7315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2750C17-EFF5-B26D-8720-74693A8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AB77EE-66AE-749D-86FE-10F7719C66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D5CFB6A-1FDA-EE9E-879D-4BE2F656C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85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0CE0C4-3D6B-E889-92C4-6CC95C3F81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D18FA7-EE7D-0B9F-5577-E4815CFD18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0CC6F3-3DB2-76D5-C150-2A1B05E1AA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D26EA5-A17D-0B84-655C-4D18ADA2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57C064-C075-D3CA-1FC9-CE7C03B97A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0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23754-A6BC-A40C-0373-22A66ED3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5E11F8-D162-C8EC-CBD8-E442002740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67FCB1-6C2C-798C-6505-D7986E52D5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4BAE4E-C9C1-B58E-F9D8-4D80524DDE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E9875A5-5548-7F57-7FE8-3560A223B2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9BE67D6-B62F-4DE8-E5C7-4BF3AD0E0A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CE27624-2527-F21A-30C2-5B55B3F0A8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A677AAD-F68A-A9D2-DD71-19C707156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60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5A67DD0-6DE6-8A23-6753-5E2AE7F0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5501952-3883-E245-AEB4-739D8B7263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96A9788-AE93-0440-B269-496BF962AB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FF60534-514B-7508-8CAC-A2CED186F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3" name="Chart 1">
            <a:extLst>
              <a:ext uri="{FF2B5EF4-FFF2-40B4-BE49-F238E27FC236}">
                <a16:creationId xmlns:a16="http://schemas.microsoft.com/office/drawing/2014/main" id="{11B0FC89-D427-0F48-201E-4F514EB08C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693694"/>
              </p:ext>
            </p:extLst>
          </p:nvPr>
        </p:nvGraphicFramePr>
        <p:xfrm>
          <a:off x="5227605" y="1449388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959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FC2385FF-000F-9925-8769-C5E1C58903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8FA4D28-9294-2FD4-DBE6-3707728EDF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1D5E089-937F-5213-531F-9B55EC5579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1370887-087C-FDE6-21F5-A891BAA499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4" name="Chart 1">
            <a:extLst>
              <a:ext uri="{FF2B5EF4-FFF2-40B4-BE49-F238E27FC236}">
                <a16:creationId xmlns:a16="http://schemas.microsoft.com/office/drawing/2014/main" id="{C6992972-13C8-BA6C-2C6B-A680726C6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605623"/>
              </p:ext>
            </p:extLst>
          </p:nvPr>
        </p:nvGraphicFramePr>
        <p:xfrm>
          <a:off x="5227605" y="1016794"/>
          <a:ext cx="6478438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576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393AD814-0988-884E-93E6-AC16A440D0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217043"/>
              </p:ext>
            </p:extLst>
          </p:nvPr>
        </p:nvGraphicFramePr>
        <p:xfrm>
          <a:off x="5127760" y="1430539"/>
          <a:ext cx="6476207" cy="4765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4D1931F-1CE3-33B3-90FF-D55705E50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C518967-1847-02C6-8D60-D772BDEDE4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5F1833E-CBE0-7AC9-C1BF-789089A077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634466EC-90E8-7E61-FC96-251C0024EF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98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CDEF0C5B-D96A-397A-E414-7294C2654B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F100FBD-DCD1-E4F6-CAF7-1FAA11ADF4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DE0620-B0E8-002C-8D32-4F72E719F7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E3B67526-CF2E-0E4C-932D-4C45937A8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35772"/>
              </p:ext>
            </p:extLst>
          </p:nvPr>
        </p:nvGraphicFramePr>
        <p:xfrm>
          <a:off x="585787" y="2274857"/>
          <a:ext cx="11058081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Кооперация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Минимизация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12 343 567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3 287 498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345 353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28 764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1 293 090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63 836 746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35 216 735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03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>
            <a:extLst>
              <a:ext uri="{FF2B5EF4-FFF2-40B4-BE49-F238E27FC236}">
                <a16:creationId xmlns:a16="http://schemas.microsoft.com/office/drawing/2014/main" id="{1A5C4ABE-95C0-917A-1004-AE9CA30027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89AD35A-F7B1-2309-6EBA-61D0B460D1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D11C18-910C-72EA-FEB6-4E3982F7A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5C30BE5-33E2-5791-4A70-DEC4B66B82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BE7E465B-E4F9-DC4B-9A6F-2C4ACA00E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457429"/>
              </p:ext>
            </p:extLst>
          </p:nvPr>
        </p:nvGraphicFramePr>
        <p:xfrm>
          <a:off x="517198" y="2312627"/>
          <a:ext cx="7529520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808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05904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Название столбца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Актуализация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Верификация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Буферизация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Показатели эффективности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34 353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456 578 678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23 424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Еще показатели, </a:t>
                      </a:r>
                      <a:b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</a:b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но эффективности ли?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67 868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909 837 459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900 077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 еще немного показателей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23 324 213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12 334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34 567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ИТОГО</a:t>
                      </a:r>
                      <a:endParaRPr lang="en-RU" sz="10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75 984 375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3 984 759 835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34 785</a:t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9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687653BC-7841-113A-4BAC-C18FFAAC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D61B016-53D3-F684-32E0-1B2654A861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49037BC-DA7B-A37B-4047-C2FBD70E6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266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15CA9EA1-2738-114D-9E8B-60A7C4F04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118101"/>
              </p:ext>
            </p:extLst>
          </p:nvPr>
        </p:nvGraphicFramePr>
        <p:xfrm>
          <a:off x="5248507" y="1478263"/>
          <a:ext cx="6392631" cy="4741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7E06D55-94BD-60D6-6E26-C507C012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DA25BB-EF3C-360C-1944-87974FC775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CF24850-5AC0-337E-0DE6-0D89729913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9CC3704-3C99-DBC6-8806-F226A9AD18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32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4074D39-9082-E8FB-CDCD-55A0358E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8DE92CB-E242-8D44-ABAB-45CEB26108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57A5EB6-8CCD-A41A-6380-E466FC84CF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FB5F9A7-433C-BE0B-7707-01DBFE7FF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F0FD7DD6-FCC9-8841-9675-E95E7F928B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50132"/>
              </p:ext>
            </p:extLst>
          </p:nvPr>
        </p:nvGraphicFramePr>
        <p:xfrm>
          <a:off x="5259234" y="1447790"/>
          <a:ext cx="6282751" cy="4826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1682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12E215AF-BAEB-204A-B98D-0FF7ECFBF4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936400"/>
              </p:ext>
            </p:extLst>
          </p:nvPr>
        </p:nvGraphicFramePr>
        <p:xfrm>
          <a:off x="5248508" y="1447790"/>
          <a:ext cx="6360384" cy="4826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8910D0E-25D3-8005-4D1B-6453D645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64F54F9A-BE82-71C8-3239-7ADEE4FF61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EFDB973-A6D3-2413-B8C0-52837307D6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26552B36-1E71-C6E9-7E67-FD5E8E27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175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642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073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6afe77-3acb-4328-97fc-408e1bde3ecd" xsi:nil="true"/>
    <lcf76f155ced4ddcb4097134ff3c332f xmlns="9875bd71-cde8-496c-a136-433f55d5e6d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8" ma:contentTypeDescription="Создание документа." ma:contentTypeScope="" ma:versionID="1a5cfb238914476ded5970f92b127504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0adbc20d4fbdbe3247a279c1a10fa71b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0f49e2ad-b3c7-4051-b79b-59f1dbf380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ca06070-6ad6-44db-a3bf-0d2f4389ef2b}" ma:internalName="TaxCatchAll" ma:showField="CatchAllData" ma:web="e96afe77-3acb-4328-97fc-408e1bde3e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e96afe77-3acb-4328-97fc-408e1bde3ecd"/>
    <ds:schemaRef ds:uri="http://schemas.openxmlformats.org/package/2006/metadata/core-properties"/>
    <ds:schemaRef ds:uri="9875bd71-cde8-496c-a136-433f55d5e6d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28536A-18C6-49CF-8D1D-F6AA6C1DA5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133</Words>
  <Application>Microsoft Macintosh PowerPoint</Application>
  <PresentationFormat>Широкоэкранный</PresentationFormat>
  <Paragraphs>55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HSE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Microsoft Office User</cp:lastModifiedBy>
  <cp:revision>18</cp:revision>
  <cp:lastPrinted>2021-11-11T13:08:42Z</cp:lastPrinted>
  <dcterms:created xsi:type="dcterms:W3CDTF">2021-11-11T08:52:47Z</dcterms:created>
  <dcterms:modified xsi:type="dcterms:W3CDTF">2025-09-18T10:59:53Z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MediaServiceImageTags">
    <vt:lpwstr/>
  </property>
</Properties>
</file>